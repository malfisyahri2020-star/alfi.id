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37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Crimping Kabel LAN Tipe Crossover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60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Menyambungkan 2 Laptop, Setting IP, dan Share File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3291840"/>
            <a:ext cx="1097280" cy="54864"/>
          </a:xfrm>
          <a:prstGeom prst="rect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474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Mata Kuliah Jaringan Komputer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3373B"/>
          </a:solidFill>
          <a:ln w="12700">
            <a:solidFill>
              <a:srgbClr val="3337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dan Bahan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CD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1887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Crimping tool (tang crimping)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Cutter / stripper kabel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tester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unit laptop (port LAN)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31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C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1887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8348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Kabel UTP Cat5e / Cat6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Konektor RJ45 (2 buah)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konektor (opsional)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3373B"/>
          </a:solidFill>
          <a:ln w="12700">
            <a:solidFill>
              <a:srgbClr val="3337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Warna Kabel Crossover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9377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Ujung 1 (T568A)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Ujung 2 (T568B)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58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Putih-Hijau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Putih-Oranye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Hijau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Oranye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Putih-Oranye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Putih-Hijau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Putih-Biru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Putih-Biru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Oranye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Hijau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Putih-Coklat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Putih-Coklat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Coklat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Coklat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0" y="1005840"/>
            <a:ext cx="30175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CD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1097280"/>
            <a:ext cx="2651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Ingat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Kabel crossover = satu ujung standar T568A, ujung lainnya T568B.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Dipakai untuk menghubungkan perangkat sejenis, misalnya laptop ke laptop.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3373B"/>
          </a:solidFill>
          <a:ln w="12700">
            <a:solidFill>
              <a:srgbClr val="3337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Langkah-langkah Crimping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33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0972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Kupas selubung luar kabel UTP sekitar 2–3 cm dengan stripper.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8541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85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4884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Pisahkan 4 pasang kabel, lalu luruskan semua kabel.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3697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20040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 warna kabel sesuai urutan T568A (ujung 1).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113385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133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0972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Potong ujung kabel rata dengan panjang sekitar 1,2 cm.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218541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54880" y="2185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166360" y="214884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Masukkan kabel ke konektor RJ45 sampai mentok ke ujung.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323697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320040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Jepit dengan crimping tool hingga terdengar bunyi klik.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Ulangi langkah 1–6 di ujung kedua dengan urutan T568B, lalu cek dengan LAN tester (semua lampu harus menyala berurutan sesuai crossover: 1-3, 2-6, 3-1, 4-4, 5-5, 6-2, 7-7, 8-8).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3373B"/>
          </a:solidFill>
          <a:ln w="12700">
            <a:solidFill>
              <a:srgbClr val="3337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Menyambungkan 2 Laptop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33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09728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Colokkan satu ujung kabel crossover ke port LAN laptop 1.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91109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11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187452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Colokkan ujung lainnya ke port LAN laptop 2.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68833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88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265176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Pastikan lampu indikator port LAN menyala.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6557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42900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 IP address di kedua laptop (slide berikutnya).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Catatan: jika koneksi tidak terdeteksi, atur jaringan ke profil Private dan pastikan firewall tidak memblokir.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3373B"/>
          </a:solidFill>
          <a:ln w="12700">
            <a:solidFill>
              <a:srgbClr val="3337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IP Address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33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09728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Tekan Win + R, ketik ncpa.cpl, lalu Enter.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02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196596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kanan Ethernet, pilih Properties.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87121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283464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Internet Protocol Version 4 (TCP/IPv4), klik Properties.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70332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"Use the following IP address", isi sesuai tabel, klik OK.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188720"/>
          <a:ext cx="3474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Address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 Mask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(kosongkan)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7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(kosongkan)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212080" y="31089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 koneksi: buka CMD, ketik  ping 192.168.1.2  (dari laptop 1).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3373B"/>
          </a:solidFill>
          <a:ln w="12700">
            <a:solidFill>
              <a:srgbClr val="3337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File via Win + 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laptop yang membagikan file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45389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453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4173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Aktifkan Network discovery dan File and printer sharing.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286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kanan folder, Properties, tab Sharing, Share.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19125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91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1546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Everyone, atur izin Read/Write, klik Share.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laptop yang mengakses file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754880" y="145389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1453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14173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Tekan Win + R.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32257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488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2860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Ketik  \\192.168.1.1  (IP laptop satunya), lalu Enter.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3191256"/>
            <a:ext cx="310896" cy="310896"/>
          </a:xfrm>
          <a:prstGeom prst="ellipse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54880" y="3191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31546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yang di-share akan muncul, file siap dibuka atau disalin.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IP laptop dengan perintah ipconfig di CMD.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Crimping Kabel LAN Crossover &amp; Share File 2 Laptop</dc:title>
  <dc:subject>PptxGenJS Presentation</dc:subject>
  <dc:creator>PptxGenJS</dc:creator>
  <cp:lastModifiedBy>PptxGenJS</cp:lastModifiedBy>
  <cp:revision>1</cp:revision>
  <dcterms:created xsi:type="dcterms:W3CDTF">2026-10-03T07:21:41Z</dcterms:created>
  <dcterms:modified xsi:type="dcterms:W3CDTF">2026-10-03T07:21:41Z</dcterms:modified>
</cp:coreProperties>
</file>